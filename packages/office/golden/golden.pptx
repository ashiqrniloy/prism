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 xmlns:a="http://schemas.openxmlformats.org/drawingml/2006/main">
    <a:defPPr>
      <a:defRPr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/>
    <p:restoredTop sz="94681"/>
  </p:normalViewPr>
  <p:slideViewPr>
    <p:cSldViewPr>
      <p:cViewPr>
        <p:scale>
          <a:sx n="90" d="100"/>
          <a:sy n="90" d="100"/>
        </p:scale>
        <p:origin x="1200" y="72"/>
      </p:cViewPr>
      <p:guideLst/>
    </p:cSldViewPr>
  </p:slide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Introduce speaker and establish executive presentation context.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Highlight zero filesystem, network, and process dependency doctrine.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 sz="half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-228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00" y="150"/>
            <a:ext cx="800" cy="100"/>
          </a:xfrm>
          <a:prstGeom prst="rect">
            <a:avLst/>
          </a:prstGeom>
          <a:noFill/>
        </p:spPr>
        <p:txBody>
          <a:bodyPr/>
          <a:lstStyle/>
          <a:p>
            <a:r>
              <a:t>Prism Agent Framework</a:t>
            </a:r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100" y="270"/>
            <a:ext cx="800" cy="80"/>
          </a:xfrm>
          <a:prstGeom prst="rect">
            <a:avLst/>
          </a:prstGeom>
          <a:noFill/>
        </p:spPr>
        <p:txBody>
          <a:bodyPr/>
          <a:lstStyle/>
          <a:p>
            <a:r>
              <a:t>Architecture &amp; Enterprise Observability</a:t>
            </a:r>
            <a:endParaRPr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50" y="50"/>
            <a:ext cx="800" cy="60"/>
          </a:xfrm>
          <a:prstGeom prst="rect">
            <a:avLst/>
          </a:prstGeom>
          <a:noFill/>
        </p:spPr>
        <p:txBody>
          <a:bodyPr/>
          <a:lstStyle/>
          <a:p>
            <a:r>
              <a:t>Key Platform Pillars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50" y="130"/>
            <a:ext cx="800" cy="400"/>
          </a:xfrm>
          <a:prstGeom prst="rect">
            <a:avLst/>
          </a:prstGeom>
          <a:noFill/>
        </p:spPr>
        <p:txBody>
          <a:bodyPr/>
          <a:lstStyle/>
          <a:p>
            <a:r>
              <a:t>• Pure memory contract boundaries</a:t>
            </a:r>
            <a:endParaRPr lang="en-US"/>
          </a:p>
          <a:p>
            <a:r>
              <a:t>• Deterministic OpenXML generation and parsing</a:t>
            </a:r>
            <a:endParaRPr lang="en-US"/>
          </a:p>
          <a:p>
            <a:r>
              <a:t>• Safe bounded HTML and native preview block rendering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mitype="http://purl.org/dcmitype/" xmlns:dcterms="http://purl.org/dc/terms/" xmlns:xsi="http://www.w3.org/2001/XMLSchema-instance">
  <dcterms:created xsi:type="dcterms:W3CDTF">2026-08-31T14:21:21.465Z</dcterms:created>
  <dcterms:modified xsi:type="dcterms:W3CDTF">2026-08-31T14:21:21.465Z</dcterms:modified>
</cp:coreProperties>
</file>